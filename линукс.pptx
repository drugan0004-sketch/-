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B5BE6-F1D3-4B39-BA2B-18C252F4A5B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2010CA7-FE13-4543-8E02-80CB855F74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7810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B5BE6-F1D3-4B39-BA2B-18C252F4A5B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10CA7-FE13-4543-8E02-80CB855F74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04875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B5BE6-F1D3-4B39-BA2B-18C252F4A5B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2010CA7-FE13-4543-8E02-80CB855F74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047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B5BE6-F1D3-4B39-BA2B-18C252F4A5B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2010CA7-FE13-4543-8E02-80CB855F74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2260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B5BE6-F1D3-4B39-BA2B-18C252F4A5B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2010CA7-FE13-4543-8E02-80CB855F74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860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B5BE6-F1D3-4B39-BA2B-18C252F4A5B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10CA7-FE13-4543-8E02-80CB855F74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96126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B5BE6-F1D3-4B39-BA2B-18C252F4A5B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10CA7-FE13-4543-8E02-80CB855F74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517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B5BE6-F1D3-4B39-BA2B-18C252F4A5B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10CA7-FE13-4543-8E02-80CB855F74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385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B5BE6-F1D3-4B39-BA2B-18C252F4A5B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010CA7-FE13-4543-8E02-80CB855F74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4137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B5BE6-F1D3-4B39-BA2B-18C252F4A5B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2010CA7-FE13-4543-8E02-80CB855F74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167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B5BE6-F1D3-4B39-BA2B-18C252F4A5B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2010CA7-FE13-4543-8E02-80CB855F747F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5257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B5BE6-F1D3-4B39-BA2B-18C252F4A5B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010CA7-FE13-4543-8E02-80CB855F74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4336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B5BE6-F1D3-4B39-BA2B-18C252F4A5B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010CA7-FE13-4543-8E02-80CB855F747F}" type="slidenum">
              <a:rPr lang="ru-RU" smtClean="0"/>
              <a:t>‹#›</a:t>
            </a:fld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62871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B5BE6-F1D3-4B39-BA2B-18C252F4A5B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2010CA7-FE13-4543-8E02-80CB855F74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63619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B5BE6-F1D3-4B39-BA2B-18C252F4A5B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10CA7-FE13-4543-8E02-80CB855F74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6478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B5BE6-F1D3-4B39-BA2B-18C252F4A5B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010CA7-FE13-4543-8E02-80CB855F74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413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B5BE6-F1D3-4B39-BA2B-18C252F4A5B6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2010CA7-FE13-4543-8E02-80CB855F747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379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8CD3EA65-B6AB-47EC-BF96-8FAEA9D81AD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3768440" y="3429000"/>
            <a:ext cx="2327560" cy="80535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LINUX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07D57AD0-7AC8-4A86-9797-B70B6406D57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096000" y="6067097"/>
            <a:ext cx="5307287" cy="25135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0" tIns="-12696" rIns="0" bIns="-12696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made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1-IAIT-109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Denis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Alekseevich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ru-RU" altLang="ru-RU" b="0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Kuptsov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163907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EED7A2-3B89-4409-B825-1F6DC4CC4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2050" name="Picture 2" descr="Unix">
            <a:extLst>
              <a:ext uri="{FF2B5EF4-FFF2-40B4-BE49-F238E27FC236}">
                <a16:creationId xmlns:a16="http://schemas.microsoft.com/office/drawing/2014/main" id="{9B51F41B-E781-4528-A69C-E380E5878F1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9212" y="624110"/>
            <a:ext cx="8915400" cy="1865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CA98490-390C-4CF0-B6EC-CB751D149AF5}"/>
              </a:ext>
            </a:extLst>
          </p:cNvPr>
          <p:cNvSpPr txBox="1"/>
          <p:nvPr/>
        </p:nvSpPr>
        <p:spPr>
          <a:xfrm>
            <a:off x="2589212" y="3167840"/>
            <a:ext cx="6094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Unix was developed by Bell Laboratories, which introduced the first Unix system in 1969.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15219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AEFE7B-1AE4-4EB2-A4AA-842237A16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HISTORY OF LINUX</a:t>
            </a:r>
            <a:endParaRPr lang="ru-RU" dirty="0"/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51BF60A2-17AE-4C1B-BD26-3F416E8AA1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1525280"/>
            <a:ext cx="2381250" cy="342772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0061CCB-7F1D-4CFB-8186-E2421CC61A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052" t="23727" r="54610" b="25114"/>
          <a:stretch/>
        </p:blipFill>
        <p:spPr>
          <a:xfrm>
            <a:off x="6196613" y="1525280"/>
            <a:ext cx="2381249" cy="3427722"/>
          </a:xfrm>
          <a:prstGeom prst="rect">
            <a:avLst/>
          </a:prstGeo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A928EA-368E-4D5B-BE64-C35A04D5D0F8}"/>
              </a:ext>
            </a:extLst>
          </p:cNvPr>
          <p:cNvSpPr txBox="1"/>
          <p:nvPr/>
        </p:nvSpPr>
        <p:spPr>
          <a:xfrm>
            <a:off x="2592925" y="5146101"/>
            <a:ext cx="60945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1991, Linus Torvalds, a Finnish student, became fascinated with the idea of ​​writing a UNIX-compatible operating system for his personal computer.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6345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C3ECA0-D16C-458A-B961-31E5B39B2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facts and dates about Linux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21888B4-3955-4CE4-9932-12DADA419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1992 - Linux is released under the GNU GPL license, which allowed the kernel to be combined with GNU components to create a full-fledged OS.</a:t>
            </a:r>
            <a:endParaRPr lang="ru-RU" dirty="0"/>
          </a:p>
          <a:p>
            <a:r>
              <a:rPr lang="en-US" dirty="0"/>
              <a:t>2008 – Android was released based on the Linux kernel, making it the most popular OS in the world</a:t>
            </a:r>
            <a:r>
              <a:rPr lang="ru-RU" dirty="0"/>
              <a:t>.</a:t>
            </a:r>
          </a:p>
          <a:p>
            <a:r>
              <a:rPr lang="en-US" dirty="0"/>
              <a:t>Scale: Thousands of programmers from all over the world are currently involved in kernel development.</a:t>
            </a:r>
          </a:p>
          <a:p>
            <a:r>
              <a:rPr lang="en-US" dirty="0"/>
              <a:t>Ubiquity: Linux runs on 100% of the world's 500 most powerful supercomputers, as well as on most internet servers.</a:t>
            </a:r>
          </a:p>
          <a:p>
            <a:r>
              <a:rPr lang="en-US" dirty="0"/>
              <a:t>Stability: The system is known for its high stability and security thanks to its open source model.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982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2F0213-4488-4A7D-A8DE-1A9A44151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current state of Linux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A026DC5-3E9E-4EB1-9182-3321F68FF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Modern Linux is experiencing rapid growth in desktop popularity, reaching a historic high of over 6% by early 2026. This growth is driven by the growth of gaming via Proton/Steam (especially on Steam Deck), excellent hardware support (NVIDIA, older hardware), and user-friendly distributions (Ubuntu, Mint, Arch). Linux dominates the server segment, accounting for up to 80% of the market.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1FFB2BE-94B9-42E6-AA3A-1A404F39F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212" y="4022410"/>
            <a:ext cx="3287805" cy="1888811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3A056A6-8B97-4155-915B-A53D9FC1F5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041" y="4022410"/>
            <a:ext cx="3061547" cy="1888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9439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D719C7-CB56-4442-9C24-1C8AD728F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Explanation of choice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A20EC08-631A-49DC-A7BD-942ED7E9E5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 a more economical and productive Linux distribution. This system wastes less memory on unnecessary things and more on the things people actually need.</a:t>
            </a:r>
          </a:p>
          <a:p>
            <a:r>
              <a:rPr lang="en-US" dirty="0"/>
              <a:t>It's also worth noting that Linux's share on the Steam platform reached 3%, overtaking Mac. This is also a first and shows that Linux is becoming a suitable platform for gaming.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1780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EED21-CB36-4D60-B025-11B0873BE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6797" y="610881"/>
            <a:ext cx="8911687" cy="1280890"/>
          </a:xfrm>
        </p:spPr>
        <p:txBody>
          <a:bodyPr/>
          <a:lstStyle/>
          <a:p>
            <a:r>
              <a:rPr lang="en-US" dirty="0"/>
              <a:t>Thank you for your attention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E604E3-85C4-45DC-8C89-1C5AF2F5E9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084" y="1891771"/>
            <a:ext cx="8915400" cy="3777622"/>
          </a:xfrm>
        </p:spPr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35560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39</TotalTime>
  <Words>316</Words>
  <Application>Microsoft Office PowerPoint</Application>
  <PresentationFormat>Широкоэкранный</PresentationFormat>
  <Paragraphs>17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Times New Roman</vt:lpstr>
      <vt:lpstr>Wingdings 3</vt:lpstr>
      <vt:lpstr>Легкий дым</vt:lpstr>
      <vt:lpstr>LINUX </vt:lpstr>
      <vt:lpstr>Презентация PowerPoint</vt:lpstr>
      <vt:lpstr>HISTORY OF LINUX</vt:lpstr>
      <vt:lpstr>Important facts and dates about Linux</vt:lpstr>
      <vt:lpstr>The current state of Linux</vt:lpstr>
      <vt:lpstr>Explanation of choice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</dc:title>
  <dc:creator>Студент</dc:creator>
  <cp:lastModifiedBy>Студент</cp:lastModifiedBy>
  <cp:revision>1</cp:revision>
  <dcterms:created xsi:type="dcterms:W3CDTF">2026-04-07T09:03:26Z</dcterms:created>
  <dcterms:modified xsi:type="dcterms:W3CDTF">2026-04-07T09:42:55Z</dcterms:modified>
</cp:coreProperties>
</file>